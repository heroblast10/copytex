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CE4C1-51A0-3240-F433-FE48DE1B5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D0B3BF-36F3-ED06-43EC-B02FD1B12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04989E-9353-A734-D210-FC04A9A77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EA524-E85A-4266-0445-C8B390AE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5F818B-9C09-376E-A4A3-EB6D7C49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40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18654-7FAB-63C6-18C2-667555D7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C0F0B9-B7B2-5325-805A-BC3D4CD5B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CE4B33-4B94-FD25-F8D0-4F2CB1B1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4DA295-36B5-8A13-2877-256D297B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8C5DBD-7570-A7F9-9802-52A746AF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8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2F22C-6C62-4A77-2029-CE600CB20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A4FDAC-673D-A5CF-92FD-C8B914D7D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9B178-2015-08F6-6A47-B7D94F7B8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BB66B4-46E4-CBEF-E716-2822DBC6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4824A-4FC1-A38E-E569-3F1730C1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02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3C16F-9632-5536-EA23-DA3A4DEF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FBFCC6-3135-2213-6A34-E3B97F606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891C7E-9F8D-0978-CAE4-7489A0BC3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8E99FA-8435-C7BF-283C-07BA3986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64A9B0-11E6-B9E4-4D4D-714CED08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6E319-6ED8-968C-5BC7-302936E6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62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4B127-A45F-08B4-A117-1508D289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E3AABA-7872-F2D0-E19F-8B406FDD8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3B0D56-2865-1EE9-E764-C8D622A2A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0618CE-0E12-12F4-0B73-FF47BF3FD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1DB7B1-2642-F910-E068-0F9F032BB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6853E3-CA49-B840-AA55-FEE6819B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D18BD3-B218-AD61-952F-5F4F3834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802CAB-BCA6-A832-4E10-8927CBF8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28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3BDB9-8FCC-5062-2392-4C4C46DD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D39B8C-ED37-55B1-1E8E-D74D4A55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61D1A3-8617-A93A-EA22-C3B65870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77F925-9892-DD8E-C4D1-9099F39B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06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2059B7-6DEB-5DD8-4ADB-35756BA2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542843-BBAE-D8E5-D685-F74B4498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BB7915-89DA-3ED8-BC1D-F8883ABC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79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36485-1559-ACB5-3A5D-18ED4672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878D9-CC82-3C64-21A8-3E3CC6E8A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F2B5D5-7CA0-3146-611E-017DC4A17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962E32-9354-812E-36FD-67BD078FA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B2DAC5-BFC1-76A4-3A77-90986F1D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368816-F916-80CD-EE11-4E9D60A9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63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08D8A-DA24-BCE3-1D21-12778D8D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20CA06-F0F4-3DCC-D9F4-EB07F72CD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0764D0-7803-8BDB-010E-799C1730E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D4A3B7-DB74-DC77-703A-D4B8ABC3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045727-9B10-38D8-DAE9-A53ABB7B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5809B-C5ED-71D7-BD1B-96ED0054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32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5BF79-B88F-5D5D-D0B8-CFD3B0B4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72E12A-9D01-CD0F-29B2-E348D619D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890A05-BBFC-F370-4BA1-9E6B0EEB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B6CC69-9FE4-F956-66DB-E6007A0E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CDA5D-05A5-736E-5E33-953FC46B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5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D09BBF-33AD-EE61-7C0D-2C9EF5085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99561E-A309-0FCB-203A-58A19DCA7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582871-BA86-07CD-6C80-CADA1DCCC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9BE22-00FE-8B53-AD80-39E520EF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7B7BBE-B683-3D9F-3E51-6CC03DF6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55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A95DAA-BF80-133E-1E02-20B7D2F8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F74E5D-D940-5599-DB4B-0D91636A8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75A1EF-FFF7-8CFC-2B23-80E4A6C51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026AF-9E34-4FB4-8666-122D50F47951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8DC2E-50F7-A193-8A43-F54844ED4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12156-E55E-6146-AE8F-3206EC16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EE925-F6CF-477E-AEB6-C54A6E41BD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2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E7AD035-E5C0-FCFD-A4CF-054316307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270" y="1811242"/>
            <a:ext cx="3637688" cy="1084311"/>
          </a:xfrm>
          <a:prstGeom prst="rect">
            <a:avLst/>
          </a:prstGeom>
        </p:spPr>
      </p:pic>
      <p:pic>
        <p:nvPicPr>
          <p:cNvPr id="13" name="图片 12" descr="图标&#10;&#10;AI 生成的内容可能不正确。">
            <a:extLst>
              <a:ext uri="{FF2B5EF4-FFF2-40B4-BE49-F238E27FC236}">
                <a16:creationId xmlns:a16="http://schemas.microsoft.com/office/drawing/2014/main" id="{33D8E801-AD1C-3E85-1DA0-88805E0D8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94" y="3093842"/>
            <a:ext cx="2127651" cy="19529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866E9F9-FAEA-45F5-586F-3E96A5F90C31}"/>
                  </a:ext>
                </a:extLst>
              </p:cNvPr>
              <p:cNvSpPr txBox="1"/>
              <p:nvPr/>
            </p:nvSpPr>
            <p:spPr>
              <a:xfrm>
                <a:off x="2778540" y="2942200"/>
                <a:ext cx="6096000" cy="973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56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zh-CN" altLang="en-US" sz="56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5600" b="1" i="1">
                          <a:latin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zh-CN" altLang="en-US" sz="5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5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zh-CN" altLang="en-US" sz="5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5600" b="1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866E9F9-FAEA-45F5-586F-3E96A5F90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540" y="2942200"/>
                <a:ext cx="6096000" cy="973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AF1CF35B-42EC-DD62-EACC-98E64B6785C2}"/>
              </a:ext>
            </a:extLst>
          </p:cNvPr>
          <p:cNvSpPr txBox="1"/>
          <p:nvPr/>
        </p:nvSpPr>
        <p:spPr>
          <a:xfrm>
            <a:off x="3757028" y="4543957"/>
            <a:ext cx="364210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600" i="1" dirty="0">
                <a:latin typeface="Abadi" panose="020F0502020204030204" pitchFamily="34" charset="0"/>
              </a:rPr>
              <a:t>Double-click!</a:t>
            </a:r>
            <a:endParaRPr lang="zh-CN" altLang="en-US" sz="4600" i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209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6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Abadi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Xianfeng</dc:creator>
  <cp:lastModifiedBy>WANG, Xianfeng</cp:lastModifiedBy>
  <cp:revision>1</cp:revision>
  <dcterms:created xsi:type="dcterms:W3CDTF">2025-10-22T08:58:18Z</dcterms:created>
  <dcterms:modified xsi:type="dcterms:W3CDTF">2025-10-23T02:20:43Z</dcterms:modified>
</cp:coreProperties>
</file>